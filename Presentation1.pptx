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6C017-5C51-AD88-B68F-F201E65B70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6548BB-58B3-D85E-10F1-37F2089B21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697FC-F553-214E-C598-834579381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28FC1B-766F-127B-7DAB-8A08647B1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17C62-B073-15FD-4F03-DF5385DCA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9383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88C1F-463C-3A36-F2D2-0E6C24B29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C1CB42-867B-5F4A-4214-4BAFE50FC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6A7449-1B12-029C-6369-D66364929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15DDAE-F56B-539E-D050-48ECD6072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4C5411-58ED-6124-C944-3A88CF95F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7831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5A2BD-6B90-FA89-09F4-CAA080817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B082C5-D013-A46F-BDC7-E356305473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35A30F-FA7C-91C6-5943-C47A0A9647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D4A91-D2ED-3F4C-A981-2FBC61814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AF8A4-7B95-7E79-018F-0DF548DB4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4205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0554A-F6C3-9591-6D92-609FABBB0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6B1524-96C2-95AE-2B0C-C2C7CD2DAA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8C3359-CB27-53FB-5353-A80B1FBC20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84DF70-0D96-ABDD-5497-C24F7450F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C1668C-9469-67DC-C444-D26E48FC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EAAB8-93E4-5BA4-8A5B-8BCA23478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620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97D77-18CA-1827-79F3-C60DCE687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18175-6E63-D62F-A33C-02FB031DF0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80D59-9D0C-0A1A-C419-C5DD04F2BE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FF90B7-0E41-361F-3BF0-28F89F703E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E064D4-63A9-878A-2008-A290D74794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FB39B5-331F-0EE2-9C76-B9CE5E53BE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E27FFE-CE0D-B0A3-E949-9A2566A94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F6C5A6-824A-DC25-68DF-D468ED5C2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11580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C883-C118-FE22-9F25-C1DB9E2B1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3372A9-63CC-6419-19CC-4C5065C82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96494-1AC8-C955-7E86-83E1213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10AC7D-4FED-B346-E74E-EC76844AA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3437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8680006-CE68-C46D-4A06-0FF00D0258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959306-0EA4-9DA6-4633-8620DC352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3801CC-3FC2-B577-033E-645BBA575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5848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7D3FC-9E06-CC9A-C03F-1A4C1909B0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1D2EE-3674-22F7-4DB8-63211CBE0E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E08F13-7EC2-14CA-CAA1-01CBDF8DAD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A5475B-AD82-0FC7-B233-3AAE044EC6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E7D141-79D4-F171-A009-E95302920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CFD73-77E4-0C77-AA02-99C1CC656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007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F39EF9-FDCA-A1A1-DAC4-01A853B9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E90ABDB-5F78-07D1-674D-56A4A7F6F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E07199-069B-7B42-A882-F4F80E58B1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1ACDB2-D6E0-C24C-957C-948339B39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E3CE2-F7BD-D5EF-23C1-365F571968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E72978-1354-2C9B-C43E-27CD27961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8229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D6A23-A1D4-3C6B-FE7D-F5E57DC66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39C147-89A0-5A60-3C87-B8EA22DEC8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8BE0B-715A-9AFB-A536-97E95E206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C61C34-12DF-FDC8-5484-93BEC35F1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A2A59-A15F-0195-F246-D0530E6B2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75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F4B949-8F24-3E97-4947-9820A3EC10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A27F88-2095-5FCF-950C-BFCC97064A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282165-8D34-A0A6-837A-8654368A3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595429-EBE0-3E9B-FA53-2BDF715CF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F23FAD-E36B-86F4-FD01-B0987CE94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60688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099EBF-3C21-2B1C-128E-13A12F11D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0B7EE-6ADC-1E73-6CE5-CAE799E63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E97FE-30D9-4E06-2D98-EDB94B3CD0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6C0AFB-BE8B-4351-AA13-0CFB594C1B50}" type="datetimeFigureOut">
              <a:rPr lang="en-GB" smtClean="0"/>
              <a:t>07/01/2026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3CDFF-C1A9-4C45-3C83-0205F2C212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6FE1A8-4AB2-1E6D-E562-F9B770BE95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4A341B-19B4-4F00-9EE7-BB7114E95D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7704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CB07A-A9E7-EFB5-F543-C05640415C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D1D015-EF04-DEFE-63B1-6ADBEFBDD2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5348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D983E-4FAE-0EAB-A9BD-004EE960F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07.01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DEAC4-E251-CB10-0541-3F4F435129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Started with basic concept</a:t>
            </a:r>
          </a:p>
          <a:p>
            <a:r>
              <a:rPr lang="en-GB" dirty="0"/>
              <a:t>Decided on 2D for better appearance </a:t>
            </a:r>
          </a:p>
          <a:p>
            <a:r>
              <a:rPr lang="en-GB" dirty="0"/>
              <a:t>Started on making sprites and background</a:t>
            </a:r>
          </a:p>
          <a:p>
            <a:r>
              <a:rPr lang="en-GB" dirty="0"/>
              <a:t>Decided on theme – mix of fantasy and robots</a:t>
            </a:r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5B9B29-3DDF-76CA-567E-5D4574F78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39431" y="596111"/>
            <a:ext cx="2470815" cy="35563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F3D745-DF9E-E032-0D55-1C63F3C4EE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2942" y="2929736"/>
            <a:ext cx="2470815" cy="35563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43203C2-9C97-3679-D10F-90C31F11715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8350" y="1509713"/>
            <a:ext cx="2470815" cy="3556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2647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27</Words>
  <Application>Microsoft Office PowerPoint</Application>
  <PresentationFormat>Widescreen</PresentationFormat>
  <Paragraphs>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Development 07.01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Gilks</dc:creator>
  <cp:lastModifiedBy>Matt Gilks</cp:lastModifiedBy>
  <cp:revision>1</cp:revision>
  <dcterms:created xsi:type="dcterms:W3CDTF">2026-01-07T22:37:48Z</dcterms:created>
  <dcterms:modified xsi:type="dcterms:W3CDTF">2026-01-07T22:50:30Z</dcterms:modified>
</cp:coreProperties>
</file>