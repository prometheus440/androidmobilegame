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4" d="100"/>
          <a:sy n="104" d="100"/>
        </p:scale>
        <p:origin x="8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C017-5C51-AD88-B68F-F201E65B7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548BB-58B3-D85E-10F1-37F2089B2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697FC-F553-214E-C598-83457938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8FC1B-766F-127B-7DAB-8A08647B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7C62-B073-15FD-4F03-DF5385DC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38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8C1F-463C-3A36-F2D2-0E6C24B2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1CB42-867B-5F4A-4214-4BAFE50FC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A7449-1B12-029C-6369-D66364929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5DDAE-F56B-539E-D050-48ECD607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C5411-58ED-6124-C944-3A88CF95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83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A2BD-6B90-FA89-09F4-CAA08081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082C5-D013-A46F-BDC7-E35630547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5A30F-FA7C-91C6-5943-C47A0A96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D4A91-D2ED-3F4C-A981-2FBC6181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AF8A4-7B95-7E79-018F-0DF548DB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05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554A-F6C3-9591-6D92-609FABBB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B1524-96C2-95AE-2B0C-C2C7CD2DA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C3359-CB27-53FB-5353-A80B1FBC2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4DF70-0D96-ABDD-5497-C24F7450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1668C-9469-67DC-C444-D26E48FC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EAAB8-93E4-5BA4-8A5B-8BCA2347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62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7D77-18CA-1827-79F3-C60DCE68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18175-6E63-D62F-A33C-02FB031D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80D59-9D0C-0A1A-C419-C5DD04F2B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F90B7-0E41-361F-3BF0-28F89F703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064D4-63A9-878A-2008-A290D7479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FB39B5-331F-0EE2-9C76-B9CE5E53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27FFE-CE0D-B0A3-E949-9A2566A9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6C5A6-824A-DC25-68DF-D468ED5C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15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C883-C118-FE22-9F25-C1DB9E2B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372A9-63CC-6419-19CC-4C5065C8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96494-1AC8-C955-7E86-83E1213F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0AC7D-4FED-B346-E74E-EC76844A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3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80006-CE68-C46D-4A06-0FF00D02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59306-0EA4-9DA6-4633-8620DC35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801CC-3FC2-B577-033E-645BBA57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84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D3FC-9E06-CC9A-C03F-1A4C1909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1D2EE-3674-22F7-4DB8-63211CBE0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08F13-7EC2-14CA-CAA1-01CBDF8DA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5475B-AD82-0FC7-B233-3AAE044E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7D141-79D4-F171-A009-E9530292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CFD73-77E4-0C77-AA02-99C1CC65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0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9EF9-FDCA-A1A1-DAC4-01A853B9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0ABDB-5F78-07D1-674D-56A4A7F6F3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07199-069B-7B42-A882-F4F80E58B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ACDB2-D6E0-C24C-957C-948339B3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E3CE2-F7BD-D5EF-23C1-365F5719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72978-1354-2C9B-C43E-27CD2796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2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6A23-A1D4-3C6B-FE7D-F5E57DC6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9C147-89A0-5A60-3C87-B8EA22DEC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BE0B-715A-9AFB-A536-97E95E20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61C34-12DF-FDC8-5484-93BEC35F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A2A59-A15F-0195-F246-D0530E6B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07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4B949-8F24-3E97-4947-9820A3EC1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27F88-2095-5FCF-950C-BFCC97064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82165-8D34-A0A6-837A-8654368A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5429-EBE0-3E9B-FA53-2BDF715C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23FAD-E36B-86F4-FD01-B0987CE9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06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99EBF-3C21-2B1C-128E-13A12F11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0B7EE-6ADC-1E73-6CE5-CAE799E63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E97FE-30D9-4E06-2D98-EDB94B3CD0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C0AFB-BE8B-4351-AA13-0CFB594C1B5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CDFF-C1A9-4C45-3C83-0205F2C21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E1A8-4AB2-1E6D-E562-F9B770BE9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A341B-19B4-4F00-9EE7-BB7114E95D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70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B07A-A9E7-EFB5-F543-C05640415C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1D015-EF04-DEFE-63B1-6ADBEFBDD2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34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426C-E5D3-875C-666C-DB0DED23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1"/>
          </a:xfrm>
        </p:spPr>
        <p:txBody>
          <a:bodyPr/>
          <a:lstStyle/>
          <a:p>
            <a:r>
              <a:rPr lang="en-GB" dirty="0"/>
              <a:t>Design Stage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4D507-BD44-F919-C228-5EFDCEC7B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the player interacts with the game (UI – information displayed, navigating different screens and character controls), How different entities spawn and function as well as how the camera works.</a:t>
            </a:r>
          </a:p>
        </p:txBody>
      </p:sp>
    </p:spTree>
    <p:extLst>
      <p:ext uri="{BB962C8B-B14F-4D97-AF65-F5344CB8AC3E}">
        <p14:creationId xmlns:p14="http://schemas.microsoft.com/office/powerpoint/2010/main" val="273225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983E-4FAE-0EAB-A9BD-004EE960F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07.01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DEAC4-E251-CB10-0541-3F4F43512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Started with basic concept</a:t>
            </a:r>
          </a:p>
          <a:p>
            <a:r>
              <a:rPr lang="en-GB" dirty="0"/>
              <a:t>Decided on 2D for better appearance </a:t>
            </a:r>
          </a:p>
          <a:p>
            <a:r>
              <a:rPr lang="en-GB" dirty="0"/>
              <a:t>Started on making sprites and background</a:t>
            </a:r>
          </a:p>
          <a:p>
            <a:r>
              <a:rPr lang="en-GB" dirty="0"/>
              <a:t>Decided on theme – mix of fantasy and </a:t>
            </a:r>
          </a:p>
          <a:p>
            <a:pPr marL="0" indent="0">
              <a:buNone/>
            </a:pPr>
            <a:r>
              <a:rPr lang="en-GB" dirty="0"/>
              <a:t>robots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B9B29-3DDF-76CA-567E-5D4574F78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431" y="596111"/>
            <a:ext cx="2470815" cy="3556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3D745-DF9E-E032-0D55-1C63F3C4E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942" y="2929736"/>
            <a:ext cx="2470815" cy="3556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3203C2-9C97-3679-D10F-90C31F117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350" y="1509713"/>
            <a:ext cx="2470815" cy="355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4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8809-0A76-AD20-4029-08161477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09.01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6510379-1236-E422-5496-593D32AFD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61" y="581891"/>
            <a:ext cx="2382865" cy="3429001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F25AE6-ED30-DD42-4966-81B6D99B9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381" y="3207325"/>
            <a:ext cx="2382865" cy="3429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625865-4BA7-6492-AFC8-9693FA52F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604" y="94815"/>
            <a:ext cx="2382865" cy="3429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4ABB08-208A-2DBB-EEDC-B163FBDB1A4D}"/>
              </a:ext>
            </a:extLst>
          </p:cNvPr>
          <p:cNvSpPr txBox="1"/>
          <p:nvPr/>
        </p:nvSpPr>
        <p:spPr>
          <a:xfrm>
            <a:off x="942109" y="1690688"/>
            <a:ext cx="59389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Refined basic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Decided to use hearts instead of health 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Decided to include meta progression in the form of upgrading the player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Decided on having 3 main enemy types, with sub types within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Decided how the camera will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Enemies will drop a scroll containers that can be shot to heal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Obstacles will drop resources used in the meta progression</a:t>
            </a:r>
          </a:p>
        </p:txBody>
      </p:sp>
    </p:spTree>
    <p:extLst>
      <p:ext uri="{BB962C8B-B14F-4D97-AF65-F5344CB8AC3E}">
        <p14:creationId xmlns:p14="http://schemas.microsoft.com/office/powerpoint/2010/main" val="123311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Design Stage</vt:lpstr>
      <vt:lpstr>Development 07.01</vt:lpstr>
      <vt:lpstr>Development 09.01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Gilks</dc:creator>
  <cp:lastModifiedBy>Joseph Chare</cp:lastModifiedBy>
  <cp:revision>2</cp:revision>
  <dcterms:created xsi:type="dcterms:W3CDTF">2026-01-07T22:37:48Z</dcterms:created>
  <dcterms:modified xsi:type="dcterms:W3CDTF">2026-01-09T13:13:10Z</dcterms:modified>
</cp:coreProperties>
</file>